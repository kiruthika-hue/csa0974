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57" r:id="rId4"/>
    <p:sldId id="258" r:id="rId5"/>
    <p:sldId id="271" r:id="rId6"/>
    <p:sldId id="259" r:id="rId7"/>
    <p:sldId id="273" r:id="rId8"/>
    <p:sldId id="261" r:id="rId9"/>
    <p:sldId id="265" r:id="rId10"/>
    <p:sldId id="260" r:id="rId11"/>
    <p:sldId id="266" r:id="rId12"/>
    <p:sldId id="262" r:id="rId13"/>
    <p:sldId id="267" r:id="rId14"/>
    <p:sldId id="263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0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A1AC5-4CFD-4E04-B05A-F2114234FAB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86504-E77B-4928-85ED-E2757E3F783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0435" y="2198370"/>
            <a:ext cx="10593070" cy="17907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Resume Screening and Candidate Ranking System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6132" y="3776802"/>
            <a:ext cx="8364794" cy="124182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CSA0974-JAVA PROGRAMMING FOR DEVELOPERS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SE-Computer Science and Engineer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12" y="311389"/>
            <a:ext cx="11556776" cy="132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5295" y="4806315"/>
            <a:ext cx="27222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MOHAN 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MEGANATHAN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71761" y="4554234"/>
            <a:ext cx="380262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VISHALI P -192524313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SOUNDARIYA M -192524342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KIRUTHIKA B-192511232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9275" y="29845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4675"/>
            <a:ext cx="10365740" cy="35433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web-based application that automates the process of screening resumes and selecting suitable candidates for job openings.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Artificial Intelligence (AI) and Natural Language Processing (NLP) to extract skills, qualifications, and experience from uploaded resumes.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candidate profiles with job requirements and generates a score to rank applicants based on their suitability.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effort, saves recruitment time, improves hiring accuracy, and helps recruiters make better decisions.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7030" y="25019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Collection and Upload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Candidates upload their resumes in PDF or DOCX format through the web application, and the system stores them securely in the database.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AI and NLP techniques are used to extract important details such as skills, education, experience, certifications, and keywords from the resumes.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Matching and Scoring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The extracted information is compared with job requirements, and a matching score is calculated based on skill and qualification relevance.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Ranking and Reporting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Candidates are ranked according to their scores, and recruiters can view the results through a dashboard and generate reports for hiring decisions.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828530" cy="4351655"/>
          </a:xfrm>
        </p:spPr>
        <p:txBody>
          <a:bodyPr>
            <a:normAutofit lnSpcReduction="10000"/>
          </a:bodyPr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resume screening is a manual process that takes a lot of time and effort.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 helps automate the screening process by analyzing resumes quickly.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is used to extract skills, education, and experience from resumes.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compare candidate profiles with job requirements.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ranks candidates based on their suitability for a job position.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237490" y="137160"/>
            <a:ext cx="1028700" cy="161925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5" y="24066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Recruiters and candidates interact with the system through a web interface for login, resume upload, job posting, and viewing results.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(Spring Boot)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Handles business logic, user authentication, resume processing, candidate ranking, and communication between the frontend and database.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AI/NLP Processing Layer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Extracts skills, education, experience, and keywords from resumes and matches them with job requirements to generate candidate scores.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Stores user information, resumes, job postings, extracted data, candidate scores, and recruitment reports securely.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Content Placeholder 9"/>
          <p:cNvPicPr/>
          <p:nvPr>
            <p:ph sz="half" idx="2"/>
          </p:nvPr>
        </p:nvPicPr>
        <p:blipFill>
          <a:blip r:embed="rId1"/>
          <a:srcRect t="8281" b="8281"/>
          <a:stretch>
            <a:fillRect/>
          </a:stretch>
        </p:blipFill>
        <p:spPr>
          <a:xfrm>
            <a:off x="10350500" y="241935"/>
            <a:ext cx="1538605" cy="1204595"/>
          </a:xfrm>
        </p:spPr>
      </p:pic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53472" y="136198"/>
            <a:ext cx="1148734" cy="1232309"/>
          </a:xfrm>
          <a:prstGeom prst="rect">
            <a:avLst/>
          </a:prstGeom>
        </p:spPr>
      </p:pic>
      <p:pic>
        <p:nvPicPr>
          <p:cNvPr id="15" name="Content Placeholder 14"/>
          <p:cNvPicPr>
            <a:picLocks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53035" y="1367790"/>
            <a:ext cx="11918950" cy="5489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134620"/>
            <a:ext cx="10515600" cy="1325563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Resume Processing and Skill Extraction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1030605"/>
            <a:ext cx="11798935" cy="435165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Candidates can upload resumes in PDF or DOCX format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system extracts text and relevant information from uploaded resumes automatically.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AI/NLP techniques identify technical skills, soft skills, certifications, and qualifications.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&amp; Education Analysis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 system extracts candidate experience, educational background, and achievements.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Extracted information is stored in the database for further matching and ranking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11625" t="10963" r="12094" b="6481"/>
          <a:stretch>
            <a:fillRect/>
          </a:stretch>
        </p:blipFill>
        <p:spPr>
          <a:xfrm>
            <a:off x="1417320" y="925195"/>
            <a:ext cx="9300210" cy="56616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417320" y="184150"/>
            <a:ext cx="930084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1-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Resume Processing and Skill Extraction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0" y="0"/>
            <a:ext cx="10515600" cy="1325563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Screening and Matching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385" y="1126490"/>
            <a:ext cx="11473180" cy="435165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000" dirty="0"/>
              <a:t>                                           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Allows recruiters and candidates to create accounts and access the system.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&amp; Authentication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Provides secure login using username/email and password verification.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Users can update personal details, contact information, and account settings.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Posting Management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Recruiters can create, edit, view, and delete job postings with required skills and qualifications.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Different access permissions are provided for recruiters and candidates to ensure system security.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2099" t="10537" r="13198" b="7463"/>
          <a:stretch>
            <a:fillRect/>
          </a:stretch>
        </p:blipFill>
        <p:spPr>
          <a:xfrm>
            <a:off x="1292225" y="1012190"/>
            <a:ext cx="9107805" cy="562356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544320" y="121920"/>
            <a:ext cx="89979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2-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 Screening and Matching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7680" y="58420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 Ranking and Reporting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935" y="1691005"/>
            <a:ext cx="11061700" cy="435165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Candidate-Job Matching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The system compares extracted resume data with job requirements to find suitable candidates.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Scoring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Candidates are assigned scores based on skills, qualifications, experience, and keyword matching.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Ranking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Applicants are ranked in descending order according to their matching scores.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 Dashboard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Recruiters can view ranked candidate lists and analyze applicant details through an interactive dashboard.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The system generates reports on candidate rankings, hiring statistics, and recruitment performance.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12734" t="11944" r="13120" b="7463"/>
          <a:stretch>
            <a:fillRect/>
          </a:stretch>
        </p:blipFill>
        <p:spPr>
          <a:xfrm>
            <a:off x="1369695" y="1011555"/>
            <a:ext cx="9039860" cy="55270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689100" y="227965"/>
            <a:ext cx="85375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MODULE 3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 Ranking and Reporting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22580" y="323215"/>
            <a:ext cx="926465" cy="78422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450" y="267970"/>
            <a:ext cx="1130935" cy="784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5690" y="307975"/>
            <a:ext cx="10515600" cy="1325563"/>
          </a:xfrm>
        </p:spPr>
        <p:txBody>
          <a:bodyPr/>
          <a:lstStyle/>
          <a:p>
            <a:r>
              <a:rPr lang="en-US" b="1" dirty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89293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the resume screening process, reducing manual effort and recruitment time.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and NLP techniques help extract candidate skills, qualifications, and experience accurately.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Candidate-job matching and ranking improve the quality and efficiency of hiring decisions.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smart, scalable, and reliable solution for modern recruitment and talent acquisition</a:t>
            </a:r>
            <a:r>
              <a:rPr lang="en-US" sz="3200" dirty="0"/>
              <a:t>.</a:t>
            </a:r>
            <a:endParaRPr lang="en-US" sz="3200" dirty="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5690" y="307975"/>
            <a:ext cx="10515600" cy="1325563"/>
          </a:xfrm>
        </p:spPr>
        <p:txBody>
          <a:bodyPr/>
          <a:lstStyle/>
          <a:p>
            <a:r>
              <a:rPr lang="en-IN" altLang="en-US" b="1" dirty="0"/>
              <a:t>FUTURE SCOPE</a:t>
            </a:r>
            <a:endParaRPr lang="en-IN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89293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Integration with real AI/NLP models for advanced resume analysis.</a:t>
            </a:r>
            <a:endParaRPr lang="en-US" altLang="en-US" sz="3200" dirty="0"/>
          </a:p>
          <a:p>
            <a:r>
              <a:rPr lang="en-US" altLang="en-US" sz="3200" dirty="0"/>
              <a:t>Automatic PDF and DOCX resume parsing.</a:t>
            </a:r>
            <a:endParaRPr lang="en-US" altLang="en-US" sz="3200" dirty="0"/>
          </a:p>
          <a:p>
            <a:r>
              <a:rPr lang="en-US" altLang="en-US" sz="3200" dirty="0"/>
              <a:t>Real-time job recommendation system for candidates.</a:t>
            </a:r>
            <a:endParaRPr lang="en-US" altLang="en-US" sz="3200" dirty="0"/>
          </a:p>
          <a:p>
            <a:r>
              <a:rPr lang="en-US" altLang="en-US" sz="3200" dirty="0"/>
              <a:t>Interview scheduling and notification management.</a:t>
            </a:r>
            <a:endParaRPr lang="en-US" altLang="en-US" sz="3200" dirty="0"/>
          </a:p>
          <a:p>
            <a:r>
              <a:rPr lang="en-US" altLang="en-US" sz="3200" dirty="0"/>
              <a:t>Integration with job portals such as LinkedIn and Indeed.</a:t>
            </a:r>
            <a:endParaRPr lang="en-US" altLang="en-US" sz="3200" dirty="0"/>
          </a:p>
          <a:p>
            <a:r>
              <a:rPr lang="en-US" altLang="en-US" sz="3200" dirty="0"/>
              <a:t>AI-based interview question generation.</a:t>
            </a:r>
            <a:endParaRPr lang="en-US" altLang="en-US" sz="3200" dirty="0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5690" y="307975"/>
            <a:ext cx="10515600" cy="1325563"/>
          </a:xfrm>
        </p:spPr>
        <p:txBody>
          <a:bodyPr/>
          <a:lstStyle/>
          <a:p>
            <a:r>
              <a:rPr lang="en-IN" altLang="en-US" b="1" dirty="0"/>
              <a:t>REFERENCES</a:t>
            </a:r>
            <a:endParaRPr lang="en-IN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633855"/>
            <a:ext cx="10515600" cy="4351338"/>
          </a:xfrm>
        </p:spPr>
        <p:txBody>
          <a:bodyPr>
            <a:normAutofit fontScale="25000"/>
          </a:bodyPr>
          <a:lstStyle/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A. V. K., Ratnam, K. V., Narasimha, N., &amp; Pavan Kalyan, C. (2025). AI-Driven Resume Parsing and Ranking System: Leveraging NLP and Machine Learning for Efficient Recruitment. EAI ICITSM, 2025. 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Wilson, K., Sim, M., Gueorguieva, A. M., Chatterjee, S., &amp; Caliskan, A. (2026). Resume Screening, Fast and Slow: (Biased) AI Recommendations' Influence on Human Decision Making. arXiv, 2026.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Reddy, A. V. K., Ratnam, K. V., Narasimha, N., &amp; Pavan Kalyan, C. (2025). AI-Driven Resume Parsing and Ranking System: Leveraging NLP and Machine Learning for Efficient Recruitment. EAI ICITSM, 2025. 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Barath, G. V., Sanjev, R., Shenbaga Priya, V., et al. (2025). AI-Driven Recruitment: Resume Screening and Skill Matching with NLP. IEEE Conference, 2025. 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Yadav, K. S., &amp; Matthew, B. H. (2025). AI-Powered Resume Screening and Job Matching System for Intelligent Career Guidance and Recruitment Optimization. International Journal on Science and Technology, 2025.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213162" y="174933"/>
            <a:ext cx="1148734" cy="123230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476399" y="119461"/>
            <a:ext cx="1401988" cy="12323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2406015" y="2804795"/>
            <a:ext cx="85871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9600" b="1">
                <a:latin typeface="Algerian" panose="04020705040A02060702" charset="0"/>
                <a:cs typeface="Algerian" panose="04020705040A02060702" charset="0"/>
              </a:rPr>
              <a:t>THANK YOU</a:t>
            </a:r>
            <a:endParaRPr lang="en-IN" altLang="en-US" sz="9600" b="1">
              <a:latin typeface="Algerian" panose="04020705040A02060702" charset="0"/>
              <a:cs typeface="Algerian" panose="04020705040A02060702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322382" y="323523"/>
            <a:ext cx="1148734" cy="1232309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0585619" y="268051"/>
            <a:ext cx="1401988" cy="1232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6345</Words>
  <Application>WPS Presentation</Application>
  <PresentationFormat>Widescreen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Algerian</vt:lpstr>
      <vt:lpstr>Office Theme</vt:lpstr>
      <vt:lpstr>AI-Powered Resume Screening and Candidate Ranking System </vt:lpstr>
      <vt:lpstr>INTRODUCTION </vt:lpstr>
      <vt:lpstr>METHODOLOGY</vt:lpstr>
      <vt:lpstr>PowerPoint 演示文稿</vt:lpstr>
      <vt:lpstr>SYSTEM IMPLEMENTATION</vt:lpstr>
      <vt:lpstr>PowerPoint 演示文稿</vt:lpstr>
      <vt:lpstr>MODULE 1- Resume Processing and Skill Extraction</vt:lpstr>
      <vt:lpstr>PowerPoint 演示文稿</vt:lpstr>
      <vt:lpstr>MODULE 2-Candidate Screening and Matching</vt:lpstr>
      <vt:lpstr>PowerPoint 演示文稿</vt:lpstr>
      <vt:lpstr>MODULE 3-Candidate Ranking and Reporting</vt:lpstr>
      <vt:lpstr>PowerPoint 演示文稿</vt:lpstr>
      <vt:lpstr>CONCLUSION</vt:lpstr>
      <vt:lpstr>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Sahera Banu</dc:creator>
  <cp:lastModifiedBy>vijayalakshmi saravanakumar</cp:lastModifiedBy>
  <cp:revision>5</cp:revision>
  <dcterms:created xsi:type="dcterms:W3CDTF">2026-06-06T04:16:00Z</dcterms:created>
  <dcterms:modified xsi:type="dcterms:W3CDTF">2026-06-25T09:04:47Z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E632824B7025498FA17540FB5F525DA3_13</vt:lpwstr>
  </property>
  <property fmtid="{D5CDD505-2E9C-101B-9397-08002B2CF9AE}" pid="3" name="KSOProductBuildVer">
    <vt:lpwstr>1033-12.1.0.26880</vt:lpwstr>
  </property>
</Properties>
</file>